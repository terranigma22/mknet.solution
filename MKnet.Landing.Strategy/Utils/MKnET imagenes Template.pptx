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F3A"/>
    <a:srgbClr val="D7D8D9"/>
    <a:srgbClr val="008487"/>
    <a:srgbClr val="E306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8787-7C91-462C-8732-F60EF1948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D73B5-FCE1-4D6A-9DB2-EDEE2B3B2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4D69-9516-4D21-B7C9-834E051E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DEFB4-6580-424A-9A26-623660B3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65F5F-4D42-4F0D-A5A0-39B04C25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092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F0DE-DDE8-497D-9109-BD4FC1D2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B627D-C6C2-48BB-82B3-2238AF52D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DF97C-5180-4ADC-A4C7-A50650C6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99781-FE26-421D-8380-F9A1C121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6A356-C5CD-4F94-B9C8-D5DB0A00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327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2CEE-14C8-4F74-AE06-AAE8E5D8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FB7B7-C844-457F-B24E-60FB9D9C8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BD15D-F142-4155-A0EF-09EB434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71868-DC96-48D6-86FA-BC4535F5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29587-B7E6-4871-9FF0-160B610E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691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F10F-0F6F-4CFF-B6AE-0BCEBC9D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25E4-8994-4B1B-8788-2D000AF5E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0CD72-F97C-4AE1-BF53-437225AEE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FF160-1D82-44F5-BDB3-255789B3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5F3BB-376F-4B40-A637-74615DE4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E615E-B44B-4C60-8F8D-DDAF56F6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803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45CB-BC94-4405-AF1C-5337FD1B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7779-A34E-4E0F-8EF9-1570004B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CFA48-FCB4-4D19-9B1C-B013C50CE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7EA20-540F-4234-98D2-B97B043EA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66BCB-3728-4E75-8D73-DCFB86F80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212AD-4B9C-4561-AF67-8D0CCF56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A6A11-5381-4965-A5F8-841FA8E3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1C594-CCD7-4BC5-8889-03CDC47B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547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B0CC-0DED-4979-822C-4136230E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C0A2E-B7E5-44CA-BD2A-F465E60F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9EECC-E502-4211-B789-3C97CFEA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745F6-AD7D-4C1C-8C2C-B8987061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552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844C4-5A20-4CE2-BE92-0E587146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DC426-B349-440D-AF1A-0C819CC9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9F9B-7419-4A65-B2ED-D48B662D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952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03F7-0074-48A3-9EEE-7952E0ACF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ED0F0-0701-45FA-8EF6-AA3C1C677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3DBC3-D75A-4D4C-9793-51EDD2957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9949D-77E1-486D-B092-9160A059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9E7FE-44A6-465A-BA82-6852EB9D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B6DA4-14E5-4958-B173-F91BB622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849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336B-C325-4CF0-807D-357FC322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34E54-C679-4D62-9962-6F9327ED1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FCAA-1797-4AB0-B38A-BE95A740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BFE5E-86CE-4788-B909-EF0E0EB3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6ED87-F632-4C2F-B5AD-90FADD2B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D2F22-ED9C-4D6F-97AB-1F608419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926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B879-947E-4C80-AB9D-06E3ED85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C2A8D-8F9A-4643-973F-5C155AAA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3C97-0032-4019-9B5F-5822F064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35549-74C5-4471-9D5E-22A86694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010A1-7BE8-4A62-BA1C-C78AC865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826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C1EA5-7EE8-4878-92AE-44EFD76B5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4943A-2183-4C19-9C14-5CB5DE576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6CCAF-4045-4A38-9222-DB036EDB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089B3-ADF8-42EB-8E10-04B7688A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1F5B3-54ED-4ABF-8F1B-374E064E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114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ED191-FB51-4CEB-87E8-A45D9F6B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7B130-C083-4654-BE1A-F926386C9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A00C4-18A2-452F-840A-6EA6B51E7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6A146-CD01-4F18-BC41-154B5D39F4A0}" type="datetimeFigureOut">
              <a:rPr lang="es-MX" smtClean="0"/>
              <a:t>21/08/2025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D096A-CC3D-49E1-9DDC-08C7550F9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301A-3528-41F7-B641-BDFAA53C1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C4D9D-34D8-4362-A116-F77C7AF751C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755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1931023-FA4B-4C08-84C0-3C88F620A747}"/>
              </a:ext>
            </a:extLst>
          </p:cNvPr>
          <p:cNvGrpSpPr/>
          <p:nvPr/>
        </p:nvGrpSpPr>
        <p:grpSpPr>
          <a:xfrm>
            <a:off x="370587" y="846967"/>
            <a:ext cx="3600000" cy="3600000"/>
            <a:chOff x="370587" y="846967"/>
            <a:chExt cx="3600000" cy="3600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C159FFB-827E-47D0-8D6E-68D2CC031B8F}"/>
                </a:ext>
              </a:extLst>
            </p:cNvPr>
            <p:cNvSpPr/>
            <p:nvPr/>
          </p:nvSpPr>
          <p:spPr>
            <a:xfrm>
              <a:off x="370587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solidFill>
                <a:srgbClr val="0084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3A449B-08B9-461A-A74A-2353C8596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398" y="979178"/>
              <a:ext cx="3342378" cy="333557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475D6D-52E9-411A-A087-03E5F31FB88B}"/>
              </a:ext>
            </a:extLst>
          </p:cNvPr>
          <p:cNvGrpSpPr/>
          <p:nvPr/>
        </p:nvGrpSpPr>
        <p:grpSpPr>
          <a:xfrm>
            <a:off x="4296000" y="846967"/>
            <a:ext cx="3600000" cy="3600000"/>
            <a:chOff x="4296000" y="846967"/>
            <a:chExt cx="3600000" cy="360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2D1D5D6-BEBD-45D7-A6E9-39027B528B4D}"/>
                </a:ext>
              </a:extLst>
            </p:cNvPr>
            <p:cNvSpPr/>
            <p:nvPr/>
          </p:nvSpPr>
          <p:spPr>
            <a:xfrm>
              <a:off x="4296000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solidFill>
                <a:srgbClr val="E3061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11EAE6-36BF-41F8-8DF7-03A8F1855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2378" y="966531"/>
              <a:ext cx="3007243" cy="336087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8AE216-75EE-4040-8772-50B814A896F4}"/>
              </a:ext>
            </a:extLst>
          </p:cNvPr>
          <p:cNvGrpSpPr/>
          <p:nvPr/>
        </p:nvGrpSpPr>
        <p:grpSpPr>
          <a:xfrm>
            <a:off x="8068218" y="846967"/>
            <a:ext cx="3600000" cy="3600000"/>
            <a:chOff x="8068218" y="846967"/>
            <a:chExt cx="3600000" cy="360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2C1CDA7-DB7D-4FE9-A90D-6624491EB073}"/>
                </a:ext>
              </a:extLst>
            </p:cNvPr>
            <p:cNvSpPr/>
            <p:nvPr/>
          </p:nvSpPr>
          <p:spPr>
            <a:xfrm>
              <a:off x="8068218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solidFill>
                <a:srgbClr val="D7D8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1E77CE0-EA41-4497-B68A-8A3ECFA34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93" r="13667"/>
            <a:stretch/>
          </p:blipFill>
          <p:spPr>
            <a:xfrm>
              <a:off x="8158218" y="1113990"/>
              <a:ext cx="3420000" cy="3065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27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1931023-FA4B-4C08-84C0-3C88F620A747}"/>
              </a:ext>
            </a:extLst>
          </p:cNvPr>
          <p:cNvGrpSpPr/>
          <p:nvPr/>
        </p:nvGrpSpPr>
        <p:grpSpPr>
          <a:xfrm>
            <a:off x="370587" y="846967"/>
            <a:ext cx="3600000" cy="3600000"/>
            <a:chOff x="370587" y="846967"/>
            <a:chExt cx="3600000" cy="3600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C159FFB-827E-47D0-8D6E-68D2CC031B8F}"/>
                </a:ext>
              </a:extLst>
            </p:cNvPr>
            <p:cNvSpPr/>
            <p:nvPr/>
          </p:nvSpPr>
          <p:spPr>
            <a:xfrm>
              <a:off x="370587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3A449B-08B9-461A-A74A-2353C8596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2798" y="979178"/>
              <a:ext cx="3335578" cy="3335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50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1931023-FA4B-4C08-84C0-3C88F620A747}"/>
              </a:ext>
            </a:extLst>
          </p:cNvPr>
          <p:cNvGrpSpPr/>
          <p:nvPr/>
        </p:nvGrpSpPr>
        <p:grpSpPr>
          <a:xfrm>
            <a:off x="370587" y="846967"/>
            <a:ext cx="3600000" cy="3600000"/>
            <a:chOff x="370587" y="846967"/>
            <a:chExt cx="3600000" cy="3600000"/>
          </a:xfrm>
          <a:noFill/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C159FFB-827E-47D0-8D6E-68D2CC031B8F}"/>
                </a:ext>
              </a:extLst>
            </p:cNvPr>
            <p:cNvSpPr/>
            <p:nvPr/>
          </p:nvSpPr>
          <p:spPr>
            <a:xfrm>
              <a:off x="370587" y="846967"/>
              <a:ext cx="3600000" cy="3600000"/>
            </a:xfrm>
            <a:prstGeom prst="roundRect">
              <a:avLst>
                <a:gd name="adj" fmla="val 684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3A449B-08B9-461A-A74A-2353C8596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398" y="979178"/>
              <a:ext cx="3342378" cy="3335578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475D6D-52E9-411A-A087-03E5F31FB88B}"/>
              </a:ext>
            </a:extLst>
          </p:cNvPr>
          <p:cNvGrpSpPr/>
          <p:nvPr/>
        </p:nvGrpSpPr>
        <p:grpSpPr>
          <a:xfrm>
            <a:off x="4296000" y="846967"/>
            <a:ext cx="3600000" cy="3600000"/>
            <a:chOff x="4296000" y="846967"/>
            <a:chExt cx="3600000" cy="3600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2D1D5D6-BEBD-45D7-A6E9-39027B528B4D}"/>
                </a:ext>
              </a:extLst>
            </p:cNvPr>
            <p:cNvSpPr/>
            <p:nvPr/>
          </p:nvSpPr>
          <p:spPr>
            <a:xfrm>
              <a:off x="4296000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11EAE6-36BF-41F8-8DF7-03A8F1855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2378" y="966531"/>
              <a:ext cx="3007243" cy="336087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8AE216-75EE-4040-8772-50B814A896F4}"/>
              </a:ext>
            </a:extLst>
          </p:cNvPr>
          <p:cNvGrpSpPr/>
          <p:nvPr/>
        </p:nvGrpSpPr>
        <p:grpSpPr>
          <a:xfrm>
            <a:off x="8068218" y="846967"/>
            <a:ext cx="3600000" cy="3600000"/>
            <a:chOff x="8068218" y="846967"/>
            <a:chExt cx="3600000" cy="360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2C1CDA7-DB7D-4FE9-A90D-6624491EB073}"/>
                </a:ext>
              </a:extLst>
            </p:cNvPr>
            <p:cNvSpPr/>
            <p:nvPr/>
          </p:nvSpPr>
          <p:spPr>
            <a:xfrm>
              <a:off x="8068218" y="846967"/>
              <a:ext cx="3600000" cy="3600000"/>
            </a:xfrm>
            <a:prstGeom prst="roundRect">
              <a:avLst>
                <a:gd name="adj" fmla="val 684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1E77CE0-EA41-4497-B68A-8A3ECFA34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93" r="13667"/>
            <a:stretch/>
          </p:blipFill>
          <p:spPr>
            <a:xfrm>
              <a:off x="8158218" y="1113990"/>
              <a:ext cx="3420000" cy="3065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424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3CF5CD-5356-426A-A4B5-686800A81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8" b="5578"/>
          <a:stretch/>
        </p:blipFill>
        <p:spPr>
          <a:xfrm>
            <a:off x="0" y="0"/>
            <a:ext cx="514475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756D78-3AF5-4A17-AC84-68719DD62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950" y="0"/>
            <a:ext cx="5144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8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Alexis Amaro Placeres</dc:creator>
  <cp:lastModifiedBy>Alexis Amaro Placeres</cp:lastModifiedBy>
  <cp:revision>12</cp:revision>
  <dcterms:created xsi:type="dcterms:W3CDTF">2025-08-20T13:52:17Z</dcterms:created>
  <dcterms:modified xsi:type="dcterms:W3CDTF">2025-08-21T19:11:39Z</dcterms:modified>
</cp:coreProperties>
</file>