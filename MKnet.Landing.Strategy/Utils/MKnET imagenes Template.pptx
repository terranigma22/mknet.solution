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6" r:id="rId3"/>
    <p:sldId id="258" r:id="rId4"/>
    <p:sldId id="257" r:id="rId5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AF3A"/>
    <a:srgbClr val="D7D8D9"/>
    <a:srgbClr val="008487"/>
    <a:srgbClr val="E306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>
        <p:scale>
          <a:sx n="125" d="100"/>
          <a:sy n="125" d="100"/>
        </p:scale>
        <p:origin x="798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C8787-7C91-462C-8732-F60EF19488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2D73B5-FCE1-4D6A-9DB2-EDEE2B3B21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E24D69-9516-4D21-B7C9-834E051E0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21/08/2025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3DEFB4-6580-424A-9A26-623660B39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65F5F-4D42-4F0D-A5A0-39B04C25D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20927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5F0DE-DDE8-497D-9109-BD4FC1D22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B627D-C6C2-48BB-82B3-2238AF52D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CDF97C-5180-4ADC-A4C7-A50650C6F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21/08/2025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E99781-FE26-421D-8380-F9A1C121E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D6A356-C5CD-4F94-B9C8-D5DB0A00F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23277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92CEE-14C8-4F74-AE06-AAE8E5D8C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EFB7B7-C844-457F-B24E-60FB9D9C8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EBD15D-F142-4155-A0EF-09EB43405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21/08/2025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71868-DC96-48D6-86FA-BC4535F5A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829587-B7E6-4871-9FF0-160B610EA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46911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CF10F-0F6F-4CFF-B6AE-0BCEBC9D1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825E4-8994-4B1B-8788-2D000AF5E7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90CD72-F97C-4AE1-BF53-437225AEED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FFF160-1D82-44F5-BDB3-255789B38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21/08/2025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5F3BB-376F-4B40-A637-74615DE4B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3E615E-B44B-4C60-8F8D-DDAF56F66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08030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345CB-BC94-4405-AF1C-5337FD1BE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AD7779-A34E-4E0F-8EF9-1570004B2A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0CFA48-FCB4-4D19-9B1C-B013C50CEF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87EA20-540F-4234-98D2-B97B043EA9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F66BCB-3728-4E75-8D73-DCFB86F80E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3212AD-4B9C-4561-AF67-8D0CCF568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21/08/2025</a:t>
            </a:fld>
            <a:endParaRPr lang="es-MX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AA6A11-5381-4965-A5F8-841FA8E3C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E1C594-CCD7-4BC5-8889-03CDC47B3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35472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CB0CC-0DED-4979-822C-4136230E2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2C0A2E-B7E5-44CA-BD2A-F465E60F3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21/08/2025</a:t>
            </a:fld>
            <a:endParaRPr lang="es-MX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39EECC-E502-4211-B789-3C97CFEA9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745F6-AD7D-4C1C-8C2C-B89870618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75526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9844C4-5A20-4CE2-BE92-0E587146F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21/08/2025</a:t>
            </a:fld>
            <a:endParaRPr lang="es-MX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2DC426-B349-440D-AF1A-0C819CC9A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5C9F9B-7419-4A65-B2ED-D48B662DE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8952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E03F7-0074-48A3-9EEE-7952E0ACF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ED0F0-0701-45FA-8EF6-AA3C1C677F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A3DBC3-D75A-4D4C-9793-51EDD2957B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D9949D-77E1-486D-B092-9160A059A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21/08/2025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E9E7FE-44A6-465A-BA82-6852EB9DB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1B6DA4-14E5-4958-B173-F91BB622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18495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B336B-C325-4CF0-807D-357FC3227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334E54-C679-4D62-9962-6F9327ED1F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F8FCAA-1797-4AB0-B38A-BE95A7402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2BFE5E-86CE-4788-B909-EF0E0EB34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21/08/2025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B6ED87-F632-4C2F-B5AD-90FADD2B4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BD2F22-ED9C-4D6F-97AB-1F6084191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69267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6B879-947E-4C80-AB9D-06E3ED853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C2A8D-8F9A-4643-973F-5C155AAA22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83C97-0032-4019-9B5F-5822F0648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21/08/2025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35549-74C5-4471-9D5E-22A866943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1010A1-7BE8-4A62-BA1C-C78AC865C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18264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6C1EA5-7EE8-4878-92AE-44EFD76B5F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54943A-2183-4C19-9C14-5CB5DE576A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6CCAF-4045-4A38-9222-DB036EDBD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21/08/2025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089B3-ADF8-42EB-8E10-04B7688AA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1F5B3-54ED-4ABF-8F1B-374E064E9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91143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0ED191-FB51-4CEB-87E8-A45D9F6BD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77B130-C083-4654-BE1A-F926386C9E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A00C4-18A2-452F-840A-6EA6B51E71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D6A146-CD01-4F18-BC41-154B5D39F4A0}" type="datetimeFigureOut">
              <a:rPr lang="es-MX" smtClean="0"/>
              <a:t>21/08/2025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3D096A-CC3D-49E1-9DDC-08C7550F99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36301A-3528-41F7-B641-BDFAA53C17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9755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0701448-A937-4B9A-8AD9-36A4611657C9}"/>
              </a:ext>
            </a:extLst>
          </p:cNvPr>
          <p:cNvGrpSpPr/>
          <p:nvPr/>
        </p:nvGrpSpPr>
        <p:grpSpPr>
          <a:xfrm>
            <a:off x="527993" y="705542"/>
            <a:ext cx="10810567" cy="2078905"/>
            <a:chOff x="2097713" y="1782222"/>
            <a:chExt cx="10810567" cy="207890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A8C4E31-5ADE-425E-AA0E-085683138F27}"/>
                </a:ext>
              </a:extLst>
            </p:cNvPr>
            <p:cNvGrpSpPr/>
            <p:nvPr/>
          </p:nvGrpSpPr>
          <p:grpSpPr>
            <a:xfrm>
              <a:off x="2097713" y="1782222"/>
              <a:ext cx="7348746" cy="2078905"/>
              <a:chOff x="2097713" y="1782222"/>
              <a:chExt cx="7348746" cy="2078905"/>
            </a:xfrm>
          </p:grpSpPr>
          <p:sp>
            <p:nvSpPr>
              <p:cNvPr id="4" name="Title 1">
                <a:extLst>
                  <a:ext uri="{FF2B5EF4-FFF2-40B4-BE49-F238E27FC236}">
                    <a16:creationId xmlns:a16="http://schemas.microsoft.com/office/drawing/2014/main" id="{F451CB52-16CC-47DE-B2F2-D59451547C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61230" y="1782222"/>
                <a:ext cx="5485229" cy="1905265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900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sz="11500" dirty="0" err="1">
                    <a:solidFill>
                      <a:srgbClr val="EC1C23"/>
                    </a:solidFill>
                    <a:latin typeface="Arial Black" panose="020B0A04020102020204" pitchFamily="34" charset="0"/>
                  </a:rPr>
                  <a:t>MK</a:t>
                </a:r>
                <a:r>
                  <a:rPr lang="en-US" sz="11500" dirty="0" err="1">
                    <a:solidFill>
                      <a:srgbClr val="FAAF3A"/>
                    </a:solidFill>
                    <a:latin typeface="Arial Black" panose="020B0A04020102020204" pitchFamily="34" charset="0"/>
                  </a:rPr>
                  <a:t>nET</a:t>
                </a:r>
                <a:endParaRPr lang="es-MX" sz="11500" dirty="0">
                  <a:solidFill>
                    <a:srgbClr val="FAAF3A"/>
                  </a:solidFill>
                  <a:latin typeface="Arial Black" panose="020B0A04020102020204" pitchFamily="34" charset="0"/>
                </a:endParaRPr>
              </a:p>
            </p:txBody>
          </p:sp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EE450F71-4193-4481-8D2E-0C1AB5B2B1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97713" y="1955861"/>
                <a:ext cx="1905266" cy="1905266"/>
              </a:xfrm>
              <a:prstGeom prst="rect">
                <a:avLst/>
              </a:prstGeom>
            </p:spPr>
          </p:pic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634D6CA-45E1-4440-B863-7CB57760EF2B}"/>
                </a:ext>
              </a:extLst>
            </p:cNvPr>
            <p:cNvSpPr txBox="1"/>
            <p:nvPr/>
          </p:nvSpPr>
          <p:spPr>
            <a:xfrm>
              <a:off x="4032668" y="3131818"/>
              <a:ext cx="887561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MX" sz="3200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Punto a punto, hacemos la diferencia.</a:t>
              </a: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04A220E6-CFE0-49CE-9811-14931ABDC93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915" b="11077"/>
          <a:stretch/>
        </p:blipFill>
        <p:spPr>
          <a:xfrm>
            <a:off x="691427" y="3726180"/>
            <a:ext cx="10809145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501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A1931023-FA4B-4C08-84C0-3C88F620A747}"/>
              </a:ext>
            </a:extLst>
          </p:cNvPr>
          <p:cNvGrpSpPr/>
          <p:nvPr/>
        </p:nvGrpSpPr>
        <p:grpSpPr>
          <a:xfrm>
            <a:off x="370587" y="846967"/>
            <a:ext cx="3600000" cy="3600000"/>
            <a:chOff x="370587" y="846967"/>
            <a:chExt cx="3600000" cy="360000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C159FFB-827E-47D0-8D6E-68D2CC031B8F}"/>
                </a:ext>
              </a:extLst>
            </p:cNvPr>
            <p:cNvSpPr/>
            <p:nvPr/>
          </p:nvSpPr>
          <p:spPr>
            <a:xfrm>
              <a:off x="370587" y="846967"/>
              <a:ext cx="3600000" cy="3600000"/>
            </a:xfrm>
            <a:prstGeom prst="roundRect">
              <a:avLst>
                <a:gd name="adj" fmla="val 6846"/>
              </a:avLst>
            </a:prstGeom>
            <a:noFill/>
            <a:ln>
              <a:solidFill>
                <a:srgbClr val="00848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83A449B-08B9-461A-A74A-2353C8596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9398" y="979178"/>
              <a:ext cx="3342378" cy="3335578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4475D6D-52E9-411A-A087-03E5F31FB88B}"/>
              </a:ext>
            </a:extLst>
          </p:cNvPr>
          <p:cNvGrpSpPr/>
          <p:nvPr/>
        </p:nvGrpSpPr>
        <p:grpSpPr>
          <a:xfrm>
            <a:off x="4296000" y="846967"/>
            <a:ext cx="3600000" cy="3600000"/>
            <a:chOff x="4296000" y="846967"/>
            <a:chExt cx="3600000" cy="3600000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2D1D5D6-BEBD-45D7-A6E9-39027B528B4D}"/>
                </a:ext>
              </a:extLst>
            </p:cNvPr>
            <p:cNvSpPr/>
            <p:nvPr/>
          </p:nvSpPr>
          <p:spPr>
            <a:xfrm>
              <a:off x="4296000" y="846967"/>
              <a:ext cx="3600000" cy="3600000"/>
            </a:xfrm>
            <a:prstGeom prst="roundRect">
              <a:avLst>
                <a:gd name="adj" fmla="val 6846"/>
              </a:avLst>
            </a:prstGeom>
            <a:noFill/>
            <a:ln>
              <a:solidFill>
                <a:srgbClr val="E3061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A11EAE6-36BF-41F8-8DF7-03A8F1855F7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92378" y="966531"/>
              <a:ext cx="3007243" cy="336087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18AE216-75EE-4040-8772-50B814A896F4}"/>
              </a:ext>
            </a:extLst>
          </p:cNvPr>
          <p:cNvGrpSpPr/>
          <p:nvPr/>
        </p:nvGrpSpPr>
        <p:grpSpPr>
          <a:xfrm>
            <a:off x="8068218" y="846967"/>
            <a:ext cx="3600000" cy="3600000"/>
            <a:chOff x="8068218" y="846967"/>
            <a:chExt cx="3600000" cy="3600000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2C1CDA7-DB7D-4FE9-A90D-6624491EB073}"/>
                </a:ext>
              </a:extLst>
            </p:cNvPr>
            <p:cNvSpPr/>
            <p:nvPr/>
          </p:nvSpPr>
          <p:spPr>
            <a:xfrm>
              <a:off x="8068218" y="846967"/>
              <a:ext cx="3600000" cy="3600000"/>
            </a:xfrm>
            <a:prstGeom prst="roundRect">
              <a:avLst>
                <a:gd name="adj" fmla="val 6846"/>
              </a:avLst>
            </a:prstGeom>
            <a:noFill/>
            <a:ln>
              <a:solidFill>
                <a:srgbClr val="D7D8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1E77CE0-EA41-4497-B68A-8A3ECFA34D6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93" r="13667"/>
            <a:stretch/>
          </p:blipFill>
          <p:spPr>
            <a:xfrm>
              <a:off x="8158218" y="1113990"/>
              <a:ext cx="3420000" cy="306595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59272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A1931023-FA4B-4C08-84C0-3C88F620A747}"/>
              </a:ext>
            </a:extLst>
          </p:cNvPr>
          <p:cNvGrpSpPr/>
          <p:nvPr/>
        </p:nvGrpSpPr>
        <p:grpSpPr>
          <a:xfrm>
            <a:off x="370587" y="846967"/>
            <a:ext cx="3600000" cy="3600000"/>
            <a:chOff x="370587" y="846967"/>
            <a:chExt cx="3600000" cy="360000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C159FFB-827E-47D0-8D6E-68D2CC031B8F}"/>
                </a:ext>
              </a:extLst>
            </p:cNvPr>
            <p:cNvSpPr/>
            <p:nvPr/>
          </p:nvSpPr>
          <p:spPr>
            <a:xfrm>
              <a:off x="370587" y="846967"/>
              <a:ext cx="3600000" cy="3600000"/>
            </a:xfrm>
            <a:prstGeom prst="roundRect">
              <a:avLst>
                <a:gd name="adj" fmla="val 6846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83A449B-08B9-461A-A74A-2353C8596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02798" y="979178"/>
              <a:ext cx="3335578" cy="33355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82504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A1931023-FA4B-4C08-84C0-3C88F620A747}"/>
              </a:ext>
            </a:extLst>
          </p:cNvPr>
          <p:cNvGrpSpPr/>
          <p:nvPr/>
        </p:nvGrpSpPr>
        <p:grpSpPr>
          <a:xfrm>
            <a:off x="370587" y="846967"/>
            <a:ext cx="3600000" cy="3600000"/>
            <a:chOff x="370587" y="846967"/>
            <a:chExt cx="3600000" cy="3600000"/>
          </a:xfrm>
          <a:noFill/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C159FFB-827E-47D0-8D6E-68D2CC031B8F}"/>
                </a:ext>
              </a:extLst>
            </p:cNvPr>
            <p:cNvSpPr/>
            <p:nvPr/>
          </p:nvSpPr>
          <p:spPr>
            <a:xfrm>
              <a:off x="370587" y="846967"/>
              <a:ext cx="3600000" cy="3600000"/>
            </a:xfrm>
            <a:prstGeom prst="roundRect">
              <a:avLst>
                <a:gd name="adj" fmla="val 684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83A449B-08B9-461A-A74A-2353C8596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9398" y="979178"/>
              <a:ext cx="3342378" cy="3335578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4475D6D-52E9-411A-A087-03E5F31FB88B}"/>
              </a:ext>
            </a:extLst>
          </p:cNvPr>
          <p:cNvGrpSpPr/>
          <p:nvPr/>
        </p:nvGrpSpPr>
        <p:grpSpPr>
          <a:xfrm>
            <a:off x="4296000" y="846967"/>
            <a:ext cx="3600000" cy="3600000"/>
            <a:chOff x="4296000" y="846967"/>
            <a:chExt cx="3600000" cy="3600000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2D1D5D6-BEBD-45D7-A6E9-39027B528B4D}"/>
                </a:ext>
              </a:extLst>
            </p:cNvPr>
            <p:cNvSpPr/>
            <p:nvPr/>
          </p:nvSpPr>
          <p:spPr>
            <a:xfrm>
              <a:off x="4296000" y="846967"/>
              <a:ext cx="3600000" cy="3600000"/>
            </a:xfrm>
            <a:prstGeom prst="roundRect">
              <a:avLst>
                <a:gd name="adj" fmla="val 6846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A11EAE6-36BF-41F8-8DF7-03A8F1855F7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92378" y="966531"/>
              <a:ext cx="3007243" cy="336087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18AE216-75EE-4040-8772-50B814A896F4}"/>
              </a:ext>
            </a:extLst>
          </p:cNvPr>
          <p:cNvGrpSpPr/>
          <p:nvPr/>
        </p:nvGrpSpPr>
        <p:grpSpPr>
          <a:xfrm>
            <a:off x="8068218" y="846967"/>
            <a:ext cx="3600000" cy="3600000"/>
            <a:chOff x="8068218" y="846967"/>
            <a:chExt cx="3600000" cy="3600000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2C1CDA7-DB7D-4FE9-A90D-6624491EB073}"/>
                </a:ext>
              </a:extLst>
            </p:cNvPr>
            <p:cNvSpPr/>
            <p:nvPr/>
          </p:nvSpPr>
          <p:spPr>
            <a:xfrm>
              <a:off x="8068218" y="846967"/>
              <a:ext cx="3600000" cy="3600000"/>
            </a:xfrm>
            <a:prstGeom prst="roundRect">
              <a:avLst>
                <a:gd name="adj" fmla="val 6846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1E77CE0-EA41-4497-B68A-8A3ECFA34D6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93" r="13667"/>
            <a:stretch/>
          </p:blipFill>
          <p:spPr>
            <a:xfrm>
              <a:off x="8158218" y="1113990"/>
              <a:ext cx="3420000" cy="306595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34241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9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Arial Black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Alexis Amaro Placeres</dc:creator>
  <cp:lastModifiedBy>Alexis Amaro Placeres</cp:lastModifiedBy>
  <cp:revision>11</cp:revision>
  <dcterms:created xsi:type="dcterms:W3CDTF">2025-08-20T13:52:17Z</dcterms:created>
  <dcterms:modified xsi:type="dcterms:W3CDTF">2025-08-21T16:07:06Z</dcterms:modified>
</cp:coreProperties>
</file>